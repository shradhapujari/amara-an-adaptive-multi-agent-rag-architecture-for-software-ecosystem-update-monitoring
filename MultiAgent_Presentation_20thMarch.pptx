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39"/>
    <p:restoredTop sz="96240"/>
  </p:normalViewPr>
  <p:slideViewPr>
    <p:cSldViewPr snapToGrid="0" snapToObjects="1">
      <p:cViewPr varScale="1">
        <p:scale>
          <a:sx n="176" d="100"/>
          <a:sy n="176" d="100"/>
        </p:scale>
        <p:origin x="192" y="2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402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AI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Single Agent → Multi-Agent → Self-Improvement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4572000" cy="0"/>
          </a:xfrm>
          <a:prstGeom prst="line">
            <a:avLst/>
          </a:prstGeom>
          <a:noFill/>
          <a:ln w="1905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Shradha  ·  University of the Pacific  ·  Agentic AI Research  · 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releasetrain.io  ·  Software Ecosystem Research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Ecosystems Are Complex &amp; Noisy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PRs, diffs, breaking changes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64008" cy="96012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CVE / NVD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vulnerabilities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560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64008" cy="9601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sentiment &amp; reactions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240280"/>
            <a:ext cx="0" cy="36576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2651760"/>
            <a:ext cx="731520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7280" y="26974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single agent</a:t>
            </a: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can handle all signals simultaneously.
</a:t>
            </a:r>
            <a:r>
              <a:rPr lang="en-US" sz="12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arrives in parallel · requires domain expertise · must be cross-referenced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3,519 posts fetched  ·  324 analyzed  ·  47 subreddits  ·  VADER sentiment model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SINGLE AGENT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Agent — One Model Does Everything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200400" cy="420624"/>
          </a:xfrm>
          <a:prstGeom prst="rect">
            <a:avLst/>
          </a:prstGeom>
          <a:solidFill>
            <a:srgbClr val="8899A6"/>
          </a:solidFill>
          <a:ln w="12700">
            <a:solidFill>
              <a:srgbClr val="8899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057400" y="1655064"/>
            <a:ext cx="0" cy="128016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200400" cy="420624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LLM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2203704"/>
            <a:ext cx="0" cy="128016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200400" cy="420624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Rewrites query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057400" y="2752344"/>
            <a:ext cx="0" cy="128016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200400" cy="420624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Retrieves docs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057400" y="3300984"/>
            <a:ext cx="0" cy="128016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3200400" cy="420624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Evaluates quality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057400" y="3849624"/>
            <a:ext cx="0" cy="128016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977640"/>
            <a:ext cx="3200400" cy="420624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97764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Generates answer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1188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Problems with single agent: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206240" y="1572768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06240" y="1572768"/>
            <a:ext cx="64008" cy="621792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89120" y="16184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Gets confused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1874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Mixes rewriting + retrieval + evaluation — too much for one model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06240" y="2304288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206240" y="2304288"/>
            <a:ext cx="64008" cy="621792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389120" y="23500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specialization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0" y="26060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Generic answers — no domain expertise per task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06240" y="3035808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06240" y="3035808"/>
            <a:ext cx="64008" cy="621792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89120" y="30815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feedback loop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389120" y="33375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retrieval is bad, no way to detect or retry automatically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206240" y="3767328"/>
            <a:ext cx="4572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206240" y="3767328"/>
            <a:ext cx="64008" cy="621792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389120" y="381304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point of failure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389120" y="4069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component fails → everything fails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MULTI-AGENT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Multi-Agent System?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3657600" cy="5486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🧠  Orchestrator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737360"/>
            <a:ext cx="0" cy="274320"/>
          </a:xfrm>
          <a:prstGeom prst="line">
            <a:avLst/>
          </a:prstGeom>
          <a:noFill/>
          <a:ln w="63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0"/>
          </a:xfrm>
          <a:prstGeom prst="line">
            <a:avLst/>
          </a:prstGeom>
          <a:noFill/>
          <a:ln w="63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2011680"/>
            <a:ext cx="0" cy="320040"/>
          </a:xfrm>
          <a:prstGeom prst="line">
            <a:avLst/>
          </a:prstGeom>
          <a:noFill/>
          <a:ln w="63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1371600" cy="6400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2011680"/>
            <a:ext cx="0" cy="320040"/>
          </a:xfrm>
          <a:prstGeom prst="line">
            <a:avLst/>
          </a:prstGeom>
          <a:noFill/>
          <a:ln w="63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65960" y="2331720"/>
            <a:ext cx="1371600" cy="64008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6596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43400" y="2011680"/>
            <a:ext cx="0" cy="320040"/>
          </a:xfrm>
          <a:prstGeom prst="line">
            <a:avLst/>
          </a:prstGeom>
          <a:noFill/>
          <a:ln w="63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0" y="2331720"/>
            <a:ext cx="137160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2011680"/>
            <a:ext cx="0" cy="320040"/>
          </a:xfrm>
          <a:prstGeom prst="line">
            <a:avLst/>
          </a:prstGeom>
          <a:noFill/>
          <a:ln w="63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49240" y="2331720"/>
            <a:ext cx="1371600" cy="64008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4924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6680" y="2011680"/>
            <a:ext cx="0" cy="320040"/>
          </a:xfrm>
          <a:prstGeom prst="line">
            <a:avLst/>
          </a:prstGeom>
          <a:noFill/>
          <a:ln w="63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0880" y="2331720"/>
            <a:ext cx="137160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2331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154680"/>
            <a:ext cx="8595360" cy="411480"/>
          </a:xfrm>
          <a:prstGeom prst="rect">
            <a:avLst/>
          </a:prstGeom>
          <a:solidFill>
            <a:srgbClr val="E8F4F5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31546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Shared Memory  ·  Vector Store  ·  Tool Registry  ·  MongoDB  ·  FAISS  ·  ChromaDB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solidFill>
            <a:srgbClr val="FFF3E0"/>
          </a:solidFill>
          <a:ln w="63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Single Agent: </a:t>
            </a:r>
            <a:r>
              <a:rPr lang="en-US" sz="1100" dirty="0">
                <a:solidFill>
                  <a:srgbClr val="5A4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model handles everything → bottleneck, no specialization, no parallelism, no feedback loop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ADVANTAGES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Multi-Agent Wins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65176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Parallelism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GitHub, CVE, Reddit agents run simultaneously — not sequentially. Processes 3,519 posts faster.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65176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Specialization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37560" y="23317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agent tuned for its domain. Security agent knows CVEs. Sentiment agent knows tone and trajectory.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517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35040" y="1234440"/>
            <a:ext cx="265176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0" y="1234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722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 Isolation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72200" y="233172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Reddit agent fails? GitHub + CVE keep running. System degrades gracefully, not catastrophically.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RLAIF feedback loop — agent evaluates its own output and retries without human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USE CASES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in the Real World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64008" cy="1463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 E-Commerce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search + inventory + pricing agents answer complex customer queries simultaneously.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64008" cy="1463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🔐  Security Ops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Threat agent flags CVE → patch agent checks systems → notification agent alerts teams.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64008" cy="1463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Research Automation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4015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Literature agent retrieves papers → synthesis agent summarizes → critique agent finds gaps.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64008" cy="14630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 Code Review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40156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Style + security + test coverage agents all review a PR in parallel before a human sees it.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frameworks: AutoGen (Microsoft)  ·  CrewAI  ·  LangGraph  ·  smolagents (HuggingFace)  ·  Semantic Kernel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  OUR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Single Agent to Self-Improvement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64008" cy="676656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517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DemoMain.py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5179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5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8105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· ReAct loop · 5 sentiment tools · 324-post dataset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64008" cy="676656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517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DemoMain3.py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15179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E859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Agent HF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8105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· Alfred pattern · Think &amp; Plan → Select Tools → Act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267712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267712"/>
            <a:ext cx="64008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322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rag_agent_smolagents.py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322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CodeAgent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2615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smolagents · HuggingFace framework · writes + executes Python code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267712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2267712"/>
            <a:ext cx="64008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32257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rag_smolagents_v2.py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23225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ToolCallingAgent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6151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smolagents · Fixed version · picks tool directly · no infinite loops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072384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072384"/>
            <a:ext cx="64008" cy="67665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3127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multiagent_rag_v2.py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11480" y="34198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Python · 4 agents · Manager + Rewriter + Retriever + Evaluator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072384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072384"/>
            <a:ext cx="64008" cy="67665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31272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multiagent_rag_v3.py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635240" y="312724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Multi-Agent + LLM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46320" y="341985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Python · Llama 3.1 via Ollama · RLAIF loop · 324 real posts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877056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3877056"/>
            <a:ext cx="64008" cy="67665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unified_demo.py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3931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11480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3 combined · Same query through Pure Python + LangChain + smolagents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877056"/>
            <a:ext cx="4251960" cy="676656"/>
          </a:xfrm>
          <a:prstGeom prst="rect">
            <a:avLst/>
          </a:prstGeom>
          <a:solidFill>
            <a:srgbClr val="0E2233"/>
          </a:solidFill>
          <a:ln w="9525">
            <a:solidFill>
              <a:srgbClr val="3DCC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09160" y="3877056"/>
            <a:ext cx="64008" cy="676656"/>
          </a:xfrm>
          <a:prstGeom prst="rect">
            <a:avLst/>
          </a:prstGeom>
          <a:solidFill>
            <a:srgbClr val="3DCCC7"/>
          </a:solidFill>
          <a:ln w="127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3931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self_improving_agent.py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635240" y="393192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Self-Improving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422452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M2.7 · Strategy memory · learns from failures · Zero Human Feedback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3DCCC7"/>
          </a:solidFill>
          <a:ln w="127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🆕  self_improving_agent.py  uses  MiniMax M2.7  —  ollama pull minimax-m2.7:cloud  —  self-improvement using data from the web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FRAMEWORKS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Frameworks — Same Goal, Different Approach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278892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188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Pure Python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7556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multiagent_rag_v3.py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0482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Full control — every line is yours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323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No black boxes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Best for learning the concept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2004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Manager + 3 specialist agents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5844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RLAIF retry loop built 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4343400"/>
            <a:ext cx="260604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4343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 Understanding architecture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188720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00400" y="1188720"/>
            <a:ext cx="2788920" cy="5029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0" y="1188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91840" y="17556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34A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DemoMain.py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91840" y="20482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Industry standard framework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4323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ReAct loop proven in production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81635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Used at Google, Microsoft, OpenAI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2004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5 sentiment tools + Ollama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5844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Best for jobs &amp; real projects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4343400"/>
            <a:ext cx="2606040" cy="274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4343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 Industry / production use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188720"/>
            <a:ext cx="2788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126480" y="1188720"/>
            <a:ext cx="27889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11887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smolagents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217920" y="175564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rag_smolagents_v2.py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204825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HuggingFace official framework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2432304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From the course Prof shared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2816352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ToolCallingAgent = Alfred pattern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32004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Think &amp; Plan → Select → Act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0" y="358444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 Best for academic research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4343400"/>
            <a:ext cx="260604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17920" y="43434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 Research alignment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OUR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releasetrain.io Is Already Multi-Agent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"It just doesn't know it yet."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54864" cy="4023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1  →  GitHub Agent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5798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PRs, diffs, breaking changes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89520" y="19751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54864" cy="402336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0545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2  →  CVE Agent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724912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vulnerability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89520" y="2542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054096"/>
            <a:ext cx="54864" cy="40233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0723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 3  →  Reddit Agent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291840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sentiment — VADER pipeline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310896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Darsana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621024"/>
            <a:ext cx="54864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6393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AI/ML →  Classifier Agent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858768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type, security, breaking classification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589520" y="367588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54864" cy="40233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  →  Query Rewriting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425696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+ Ollama + RLAIF — this research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424281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Shradha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HUGGINGFACE UNIT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&amp; Plan → Select Tools → Act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1554480" cy="822960"/>
          </a:xfrm>
          <a:prstGeom prst="rect">
            <a:avLst/>
          </a:prstGeom>
          <a:solidFill>
            <a:srgbClr val="8899A6"/>
          </a:solidFill>
          <a:ln w="12700">
            <a:solidFill>
              <a:srgbClr val="8899A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bugs were fixed?"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1691640"/>
            <a:ext cx="182880" cy="0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65960" y="1280160"/>
            <a:ext cx="1554480" cy="8229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6596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&amp;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6596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reasons about tools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20440" y="1691640"/>
            <a:ext cx="182880" cy="0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703320" y="1280160"/>
            <a:ext cx="1554480" cy="82296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0332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tools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Picks the right agent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57800" y="1691640"/>
            <a:ext cx="182880" cy="0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40680" y="1280160"/>
            <a:ext cx="1554480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4068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using tools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executes + returns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95160" y="1691640"/>
            <a:ext cx="182880" cy="0"/>
          </a:xfrm>
          <a:prstGeom prst="line">
            <a:avLst/>
          </a:prstGeom>
          <a:noFill/>
          <a:ln w="1905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178040" y="1280160"/>
            <a:ext cx="155448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1280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answer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Plain English response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implementation — multiagent_rag_v3.py: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743200"/>
            <a:ext cx="64008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27432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277977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 reads query → plans: Rewriter → Retriever → Evaluator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218688"/>
            <a:ext cx="64008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2186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8720" y="325526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Rewriter calls Llama 3.1 → detects semantic gap → rewrites query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694176"/>
            <a:ext cx="64008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6941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88720" y="373075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Retriever searches 324 posts → Evaluator scores with RLAIF (0.0 – 1.0)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69664"/>
            <a:ext cx="640080" cy="347472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1696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88720" y="4206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&lt; 0.15 → Manager retries automatically. No human needed.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DCCC7"/>
          </a:solidFill>
          <a:ln w="127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🆕  NEW — SELF-IMPROVEMENT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RLAIF → Self-Improving Agent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M2.7 — self-improvement using data from the web  ·  ollama pull minimax-m2.7:cloud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804672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005840" cy="8046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RLAIF Retry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223113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result → retry with broader query. Already in all our agents. Manager loops until quality ≥ 0.15.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2084832"/>
            <a:ext cx="1828800" cy="27432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multiagent_rag_v3.py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804672"/>
          </a:xfrm>
          <a:prstGeom prst="rect">
            <a:avLst/>
          </a:prstGeom>
          <a:solidFill>
            <a:srgbClr val="0E2233"/>
          </a:solidFill>
          <a:ln w="9525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1005840" cy="8046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2880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Memory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19125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Bad result → remember which terms failed → avoid next time. System gets smarter with every query.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3044952"/>
            <a:ext cx="1828800" cy="27432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self_improving_agent.py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804672"/>
          </a:xfrm>
          <a:prstGeom prst="rect">
            <a:avLst/>
          </a:prstGeom>
          <a:solidFill>
            <a:srgbClr val="0E2233"/>
          </a:solidFill>
          <a:ln w="9525">
            <a:solidFill>
              <a:srgbClr val="3DCC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1005840" cy="804672"/>
          </a:xfrm>
          <a:prstGeom prst="rect">
            <a:avLst/>
          </a:prstGeom>
          <a:solidFill>
            <a:srgbClr val="3DCCC7"/>
          </a:solidFill>
          <a:ln w="127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0876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M2.7 Weights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41513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 itself learns from web data and updates its own weights in real time. No retraining needed.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4005072"/>
            <a:ext cx="1828800" cy="274320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0" y="4005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minimax-m2.7:cloud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solidFill>
            <a:srgbClr val="3DCCC7"/>
          </a:solidFill>
          <a:ln w="127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MINIMAX M2.7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self_improving_agent.py — How It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M2.7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minimax-m2.7:cloud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21408"/>
            <a:ext cx="164592" cy="0"/>
          </a:xfrm>
          <a:prstGeom prst="line">
            <a:avLst/>
          </a:prstGeom>
          <a:noFill/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029968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software engineering tasks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96896"/>
            <a:ext cx="164592" cy="0"/>
          </a:xfrm>
          <a:prstGeom prst="line">
            <a:avLst/>
          </a:prstGeom>
          <a:noFill/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2505456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Self-improvement using data from the web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72384"/>
            <a:ext cx="164592" cy="0"/>
          </a:xfrm>
          <a:prstGeom prst="line">
            <a:avLst/>
          </a:prstGeom>
          <a:noFill/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980944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Lets assistants research and learn new skills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47872"/>
            <a:ext cx="164592" cy="0"/>
          </a:xfrm>
          <a:prstGeom prst="line">
            <a:avLst/>
          </a:prstGeom>
          <a:noFill/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9808" y="3456432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Improved character and emotional intelligence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23360"/>
            <a:ext cx="164592" cy="0"/>
          </a:xfrm>
          <a:prstGeom prst="line">
            <a:avLst/>
          </a:prstGeom>
          <a:noFill/>
          <a:ln w="254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931920"/>
            <a:ext cx="3474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 via Ollama cloud — no local install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added: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663440" y="1554480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1554480"/>
            <a:ext cx="64008" cy="67665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16093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SelfImprovementMemory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Stores successful + failed strategies. Scores which expansion terms worked best over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359152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2359152"/>
            <a:ext cx="64008" cy="6766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28032" y="24140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Strategy-aware rewriter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28032" y="2688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Checks memory before each query. Uses past learning to build a better rewritten query automatically.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16382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63440" y="3163824"/>
            <a:ext cx="64008" cy="6766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28032" y="3218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RLAIF + memory update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3493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 result → records success. Bad result → records failure. Both update strategy scores.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968496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968496"/>
            <a:ext cx="64008" cy="676656"/>
          </a:xfrm>
          <a:prstGeom prst="rect">
            <a:avLst/>
          </a:prstGeom>
          <a:solidFill>
            <a:srgbClr val="3DCCC7"/>
          </a:solidFill>
          <a:ln w="127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28032" y="40233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'memory' command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28032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'memory' live during demo to show what the system has learned across queries this session.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solidFill>
            <a:srgbClr val="1A3A50"/>
          </a:solidFill>
          <a:ln w="635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CC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self_improving_agent.py  →  type 'demo'  →  type 'memory'  →  watch the system learn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Files · 3 Frameworks · Live Comparison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371600" cy="548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demo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4904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multiagent_rag_v3.py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74520" y="1746504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Type 'why' then 'demo'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8412480" cy="548640"/>
          </a:xfrm>
          <a:prstGeom prst="rect">
            <a:avLst/>
          </a:prstGeom>
          <a:solidFill>
            <a:srgbClr val="0E2233"/>
          </a:solidFill>
          <a:ln w="9525">
            <a:solidFill>
              <a:srgbClr val="534AB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1371600" cy="5486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0756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3 compared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214884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unified_demo.py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240487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Type 'compare' — same query all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734056"/>
            <a:ext cx="8412480" cy="548640"/>
          </a:xfrm>
          <a:prstGeom prst="rect">
            <a:avLst/>
          </a:prstGeom>
          <a:solidFill>
            <a:srgbClr val="0E2233"/>
          </a:solidFill>
          <a:ln w="9525">
            <a:solidFill>
              <a:srgbClr val="E859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1371600" cy="548640"/>
          </a:xfrm>
          <a:prstGeom prst="rect">
            <a:avLst/>
          </a:prstGeom>
          <a:solidFill>
            <a:srgbClr val="E8593C"/>
          </a:solidFill>
          <a:ln w="12700">
            <a:solidFill>
              <a:srgbClr val="E859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273405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28072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DemoMain.py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74520" y="306324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Shows ReAct loop — contrast to multi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92424"/>
            <a:ext cx="8412480" cy="548640"/>
          </a:xfrm>
          <a:prstGeom prst="rect">
            <a:avLst/>
          </a:prstGeom>
          <a:solidFill>
            <a:srgbClr val="0E2233"/>
          </a:solidFill>
          <a:ln w="9525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392424"/>
            <a:ext cx="137160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3924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74520" y="346557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rag_smolagents_v2.py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74520" y="372160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Alfred pattern from Unit 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050792"/>
            <a:ext cx="8412480" cy="548640"/>
          </a:xfrm>
          <a:prstGeom prst="rect">
            <a:avLst/>
          </a:prstGeom>
          <a:solidFill>
            <a:srgbClr val="0E2233"/>
          </a:solidFill>
          <a:ln w="9525">
            <a:solidFill>
              <a:srgbClr val="3DCC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4050792"/>
            <a:ext cx="1371600" cy="548640"/>
          </a:xfrm>
          <a:prstGeom prst="rect">
            <a:avLst/>
          </a:prstGeom>
          <a:solidFill>
            <a:srgbClr val="3DCCC7"/>
          </a:solidFill>
          <a:ln w="12700">
            <a:solidFill>
              <a:srgbClr val="3DCC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40507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Self-improving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74520" y="412394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self_improving_agent.py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874520" y="437997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9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Type 'demo' then 'memory'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51960" cy="1463040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261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FAISS + BGE-Large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Replace keyword search with actual vector embeddings for semantic retrieval.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914400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00600" y="1188720"/>
            <a:ext cx="4251960" cy="1463040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188720"/>
            <a:ext cx="45720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12618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 Orchestration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1907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Upgrade Manager to CrewAI — GitHub + CVE + Reddit agents running in true parallel.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1000" y="1280160"/>
            <a:ext cx="914400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001000" y="12801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4251960" cy="1463040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45720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RLAIF Feedback Loop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4107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 learning from AI feedback to improve query rewriting quality over time.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2971800"/>
            <a:ext cx="914400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6616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4251960" cy="1463040"/>
          </a:xfrm>
          <a:prstGeom prst="rect">
            <a:avLst/>
          </a:prstGeom>
          <a:solidFill>
            <a:srgbClr val="0E2233"/>
          </a:solidFill>
          <a:ln w="9525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00600" y="2880360"/>
            <a:ext cx="457200" cy="457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MiniMax M2.7 Integration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3410712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self-improving pipeline — strategy memory + weight updates from web data.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01000" y="2971800"/>
            <a:ext cx="914400" cy="256032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001000" y="2971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CC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University of the Pacific  ·  Agentic AI Research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19344</TotalTime>
  <Words>1369</Words>
  <Application>Microsoft Macintosh PowerPoint</Application>
  <PresentationFormat>On-screen Show (16:9)</PresentationFormat>
  <Paragraphs>246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AI — From Single Agent to Self-Improvement</dc:title>
  <dc:subject>PptxGenJS Presentation</dc:subject>
  <dc:creator>PptxGenJS</dc:creator>
  <cp:lastModifiedBy>Shradha Devendra Pujari</cp:lastModifiedBy>
  <cp:revision>3</cp:revision>
  <dcterms:created xsi:type="dcterms:W3CDTF">2026-03-19T21:13:34Z</dcterms:created>
  <dcterms:modified xsi:type="dcterms:W3CDTF">2026-04-02T07:53:25Z</dcterms:modified>
</cp:coreProperties>
</file>