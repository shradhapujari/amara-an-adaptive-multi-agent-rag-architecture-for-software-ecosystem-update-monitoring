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Single-agent baseline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nDCG@1</c:v>
                  </c:pt>
                  <c:pt idx="1">
                    <c:v>nDCG@3</c:v>
                  </c:pt>
                  <c:pt idx="2">
                    <c:v>MRR</c:v>
                  </c:pt>
                  <c:pt idx="3">
                    <c:v>Faithfulness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0.743</c:v>
                </c:pt>
                <c:pt idx="2">
                  <c:v>0.8</c:v>
                </c:pt>
                <c:pt idx="3">
                  <c:v>0.805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 pipeline</c:v>
                </c:pt>
              </c:strCache>
            </c:strRef>
          </c:tx>
          <c:spPr>
            <a:solidFill>
              <a:srgbClr val="E8593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nDCG@1</c:v>
                  </c:pt>
                  <c:pt idx="1">
                    <c:v>nDCG@3</c:v>
                  </c:pt>
                  <c:pt idx="2">
                    <c:v>MRR</c:v>
                  </c:pt>
                  <c:pt idx="3">
                    <c:v>Faithfulness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0.167</c:v>
                </c:pt>
                <c:pt idx="1">
                  <c:v>0.193</c:v>
                </c:pt>
                <c:pt idx="2">
                  <c:v>0.433</c:v>
                </c:pt>
                <c:pt idx="3">
                  <c:v>0.66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D1B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nDCG@3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substring boost</c:v>
                  </c:pt>
                  <c:pt idx="1">
                    <c:v>BM25</c:v>
                  </c:pt>
                  <c:pt idx="2">
                    <c:v>embedding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0.145</c:v>
                </c:pt>
                <c:pt idx="1">
                  <c:v>0.212</c:v>
                </c:pt>
                <c:pt idx="2">
                  <c:v>0.188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E8593C"/>
            </a:solidFill>
            <a:ln w="38100" cap="flat">
              <a:solidFill>
                <a:srgbClr val="E8593C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8593C"/>
              </a:solidFill>
              <a:ln w="9525" cap="flat">
                <a:solidFill>
                  <a:srgbClr val="E859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substring boost</c:v>
                  </c:pt>
                  <c:pt idx="1">
                    <c:v>BM25</c:v>
                  </c:pt>
                  <c:pt idx="2">
                    <c:v>embedding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0.25</c:v>
                </c:pt>
                <c:pt idx="1">
                  <c:v>0.5</c:v>
                </c:pt>
                <c:pt idx="2">
                  <c:v>0.625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D1B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nDCG@3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D1B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embedding rerank,
single phrasing</c:v>
                  </c:pt>
                  <c:pt idx="1">
                    <c:v>embedding rerank,
union fetch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0.188</c:v>
                </c:pt>
                <c:pt idx="1">
                  <c:v>0.765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0D1B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Faithfulness</c:v>
                </c:pt>
              </c:strCache>
            </c:strRef>
          </c:tx>
          <c:spPr>
            <a:solidFill>
              <a:srgbClr val="E8593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9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A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Multi-agent,
template answer</c:v>
                  </c:pt>
                  <c:pt idx="1">
                    <c:v>Multi-agent,
prose answer</c:v>
                  </c:pt>
                  <c:pt idx="2">
                    <c:v>Baseline,
prose answer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</c:v>
                </c:pt>
                <c:pt idx="1">
                  <c:v>0.926</c:v>
                </c:pt>
                <c:pt idx="2">
                  <c:v>0.931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specialized agents over live software-update sources. The headline of this talk is a negative result we found in our own system, and the one-line fix that repaired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retrieval problem is a fusion problem: no single endpoint holds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agent behaved correctly in isolation. That is what made the defect hard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bespoke metric can invert the ordering standard metrics produce. That is conclusion two of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n=10 ground-truth validation set, judge llama3.1, seed 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diagnostic is transferable: count relevant documents that never entered the pool, and read rising MRR under a flat nDCG as a fetch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fuse-the-result-lists remedy dates to 2008. What is new is the detection method, not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100-question benchmark across 21 software ecosystems, mined from live release, advisory and community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n=100. This is why the harness routes every prose arm through one shared synthesis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 happens before retrieval so the rewriter, the fetch and the ranker all see a date instead of a token that cannot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harness's own synthesis prompt is untouched — the published answer-quality numbers were produced with it verbatim.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 target is app_1.py; PRESENTER_MODEL in Streamlit secrets switches the answer to a model-written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harness needs only requests plus the stdlib; the heavier dependencies belong to the demo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in the talk about parity: it is the most useful thing in the paper for anyone building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detection method — it is the part that transfers to any agentic retrieval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0E9AA7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503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Multi-Agent RAG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Software Ecosystem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Monitoring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 negative result, and the repair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709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Shradha Devendra Pujari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Solomon Berhe · University of the Pacific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· live demo at software-update-questions.streamlit.app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four kinds of source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channel, breaking changes, security classification.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761488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761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157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advisories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records and vendor bulletins, published on their own clock.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785616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398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records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087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changed, and when it landed.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809744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809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640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discussion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1114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update broke anything in practice.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1600200"/>
            <a:ext cx="4389120" cy="4206240"/>
          </a:xfrm>
          <a:prstGeom prst="roundRect">
            <a:avLst>
              <a:gd name="adj" fmla="val 195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user question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2402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“Any critical Linux updates today?”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2918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three 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a vendor term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a date the documents never spell that way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5029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it means combining sources, not searching one.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specialized agents, one orchestrator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38528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175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wording 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vocabulary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3774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47288" y="173736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8456" y="1938528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8456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48456" y="30175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endpoints,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fetch + rerank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3774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27648" y="173736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1938528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28816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28816" y="30175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RLAIF-style score,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signal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23774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208008" y="173736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09176" y="1938528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09176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09176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409176" y="30175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retries on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signal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3886200"/>
            <a:ext cx="11018520" cy="960120"/>
          </a:xfrm>
          <a:prstGeom prst="roundRect">
            <a:avLst>
              <a:gd name="adj" fmla="val 857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4041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Retrieval-level feedback loop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35254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Evaluator signal sends the Manager back to the Retriever with a widened fetch — ranking still scored against the user's own words.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074920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term-weight memory carries what worked into the next question. Implementations: pure Python (multiagent_rag_v3.py) and smolagents — equivalent retrieval on the evaluation set.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own metric said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keyword-overlap “quality” score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0.680 → 0.798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+17.2% over the single-agent baseline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p = 0.020, n = 50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976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worked. The metric the designers watched moved the right way.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85232" cy="4023360"/>
          </a:xfrm>
          <a:prstGeom prst="roundRect">
            <a:avLst>
              <a:gd name="adj" fmla="val 204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re-scored it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4688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IR metrics — nDCG@k, MRR, Recall@k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relevance judgments across systems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questions, same corpus, same model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judge, fixed seed, recorded provenance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4709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ordering inverted.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Re-scored, the multi-agent system lost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4592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45920"/>
            <a:ext cx="3867912" cy="4023360"/>
          </a:xfrm>
          <a:prstGeom prst="roundRect">
            <a:avLst>
              <a:gd name="adj" fmla="val 212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deficit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2128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0.620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017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nDCG@3, exact Wilcoxon p = 0.016, n = 10 — the smallest p attainable with seven nonzero pairs.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metric artifact.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3891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rewritten query replaced the user's wording at every endpoint, so 22 of the 23 relevant documents the baseline found were never fetched at all.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MRR, flat nDCG — a fetch fault, not a ranking one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9164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83080"/>
            <a:ext cx="3867912" cy="1143000"/>
          </a:xfrm>
          <a:prstGeom prst="roundRect">
            <a:avLst>
              <a:gd name="adj" fmla="val 72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9110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successively stronger rerankers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24028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climbs 0.250 → 0.625. The right document is being ordered better.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26680" y="3108960"/>
            <a:ext cx="3867912" cy="1143000"/>
          </a:xfrm>
          <a:prstGeom prst="roundRect">
            <a:avLst>
              <a:gd name="adj" fmla="val 72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2369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nDCG@3 stays near 0.19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56616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most relevant documents are still absent from the list entirely.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4434840"/>
            <a:ext cx="3867912" cy="1143000"/>
          </a:xfrm>
          <a:prstGeom prst="roundRect">
            <a:avLst>
              <a:gd name="adj" fmla="val 72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01000" y="456285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8920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cannot promote a document that was never retrieved.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REPAIR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both phrasings, union the pools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715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change. Three rerankers' worth of work was not the lever.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720840" y="1737360"/>
            <a:ext cx="4873752" cy="3931920"/>
          </a:xfrm>
          <a:prstGeom prst="roundRect">
            <a:avLst>
              <a:gd name="adj" fmla="val 209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 for a rewritten query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040880" y="2514600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4088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2496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the original AND the rewritten phrasing; union the candidate pools. Recall comes from the user's own words.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40880" y="3886200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3867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4206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candidates against the original question — after a rewrite, the leading tokens are filler.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5029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reaches 1.000. Rewriting must augment retrieval, never substitute for it.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N = 100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scale: the fix holds, the advantage does not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 → 12%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06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baseline-relevant documents missing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candidate pool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0.859 / 0.863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2606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nDCG@3, multi-agent vs baseline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parity, not superiority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936992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2×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936992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23 s vs 12 s per question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ground-truth 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931920"/>
            <a:ext cx="11027664" cy="1783080"/>
          </a:xfrm>
          <a:prstGeom prst="roundRect">
            <a:avLst>
              <a:gd name="adj" fmla="val 461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least comfortable conclusion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262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both defects repaired and the synthesis model held constant, the multi-agent pipeline matches the single-agent baseline at roughly twice the latency. Decomposition per se is not what produced the original +17.2%.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 FOUND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0.23 faithfulness deficit that was really a format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737360"/>
            <a:ext cx="4050792" cy="3931920"/>
          </a:xfrm>
          <a:prstGeom prst="roundRect">
            <a:avLst>
              <a:gd name="adj" fmla="val 209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retrieval. Same model.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rendering.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9718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template judged against fluent prose scores lower for reasons that have nothing to do with grounding.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the multi-agent system's own documents through the baseline's prompt and the deficit disappears.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hold the answer format constant, or you are scoring formatting.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SHIPPED 1 SEP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“Today” is a word no document contains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critical Linux updates today?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9385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critical Linux updates on Aug 31, 2026 (2026-08-31)?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3154680"/>
            <a:ext cx="3456432" cy="2606040"/>
          </a:xfrm>
          <a:prstGeom prst="roundRect">
            <a:avLst>
              <a:gd name="adj" fmla="val 3158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383280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2452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today / yesterday / this week / “past N days” to absolute dates — human form for readers, ISO form for the feeds. Rule-based and clock-injected, so it needs no model and its tests are not date-dependent.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3154680"/>
            <a:ext cx="3456432" cy="2606040"/>
          </a:xfrm>
          <a:prstGeom prst="roundRect">
            <a:avLst>
              <a:gd name="adj" fmla="val 3158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3383280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99432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422452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that date into the fetch and recall collapses: the release endpoint matches product names, so q=“Linux” returns 606 versions and q=“critical Linux updates” returns 0.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9872" y="3154680"/>
            <a:ext cx="3456432" cy="2606040"/>
          </a:xfrm>
          <a:prstGeom prst="roundRect">
            <a:avLst>
              <a:gd name="adj" fmla="val 3158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3383280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75904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75904" y="422452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every phrasing — plain, rewritten, dated, product term — union them, and use the resolved window to rank rather than filter. A quiet day still returns something to read.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521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ordinals — “latest”, “newest” — are deliberately left alone: they are ordinal over releases, not deictic over dates.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SHIPPED 1 SEP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as prose, with the evidence in brackets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assembled template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🔐 5 security release(s) found: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Linux v6.18.21 (20260828): In the Linux kernel, the following vulnerability has been resolved…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Linux v25.642087.0 (20260828): …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💬 5 community post(s) found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663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bullets, truncated fragments — faithful, but not an answer. And the format itself was a measured confound.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239512" cy="4023360"/>
          </a:xfrm>
          <a:prstGeom prst="roundRect">
            <a:avLst>
              <a:gd name="adj" fmla="val 204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Answer Presenter agent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33172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the 2 releases matching this question for Aug 31, 2026 are classified as security fixes: Linux v6.18.21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[Release Notes - Linux v6.18.21, 2026-08-28]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most relevant reports “net: lwtunnel: Drop skb metadata before LWT encapsulation”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[Release Notes - Linux v6.18.21, 2026-08-28]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Community coverage adds 4 posts with no negative reaction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[Community - r/linux, 2026-08-31]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47091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harness's provider layer, so the presenting model is swappable. With no model reachable it composes the same shape by rule — and the UI says which path wrote the text, so rule-based prose is never passed off as model output.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and reachable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27664" cy="868680"/>
          </a:xfrm>
          <a:prstGeom prst="roundRect">
            <a:avLst>
              <a:gd name="adj" fmla="val 947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software-update-questions.streamlit.app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· live APIs · no key required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83464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63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visible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step, its input, its output and its timing are shown as the question runs — the demo is also the execution trace.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83464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3063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Grounding, visible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4290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as asked, the question as grounded, the phrasings actually fetched, and which results fall inside the window.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9872" y="2834640"/>
            <a:ext cx="3456432" cy="2103120"/>
          </a:xfrm>
          <a:prstGeom prst="roundRect">
            <a:avLst>
              <a:gd name="adj" fmla="val 391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5904" y="3063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visible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4290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final paragraph carries its source; the sources expand to the live release, CVE and community links.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16636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honestly: the host has no local model, so query rewriting falls back to rule-based expansion and the answer is composed by rule. Temporal grounding needs no model at all.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with the claim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060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benchmark mined from live release,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and community sources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73736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6060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ecosystems in the 300-question 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scaled 100-question set spans 21)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19872" y="173736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477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119872" y="26060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tests — no network, injected clocks,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fetchers and model clients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657600"/>
            <a:ext cx="11027664" cy="2103120"/>
          </a:xfrm>
          <a:prstGeom prst="roundRect">
            <a:avLst>
              <a:gd name="adj" fmla="val 391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86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paper maps to a run id under results/, including which runs predate the qrels-cache fix.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07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corpora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45079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MARAG_CORPUS=record:&lt;dir&gt; then replay:&lt;dir&gt; — the live sources drift, so a comparison that must be exact is replayed, not re-fetched.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29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ladder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51297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differ by one capability at a time: rewriting, union fetch, reranker, answer rendering — each isolatable.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still open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438912" cy="438912"/>
          </a:xfrm>
          <a:prstGeom prst="ellipse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4592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decomposition worth it?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9339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parity and twice the latency, the multi-agent justification is unproven. That is a research question, not a bug.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770632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770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300-question run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4495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stopped at 68 of 300; --resume exists. A size that can support a claim, with a stronger independent judge.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822192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490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Self-improvement, measured cleanly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9651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9.3% figure compares time-ordered tertiles against a drifting corpus, so adaptation is not separable from drift. Needs a frozen snapshot or an interleaved design.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873752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873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8006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self-reflective baseline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14807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Self-RAG-style critiques and CRAG-style correction are implemented over our retrieval with the model held constant — the run is queued, no results claimed yet.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8978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TOSEM — special section on Human-AI Collaboration in Software Engineering.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Multi-Agent RAG · University of the Pacific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4023360" cy="4023360"/>
          </a:xfrm>
          <a:prstGeom prst="ellipse">
            <a:avLst/>
          </a:prstGeom>
          <a:solidFill>
            <a:srgbClr val="0E9AA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take away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1975104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can fail while every component is correct.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2257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that replaces the user's wording loses documents no reranker can recover.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300984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46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it by counting what never entered the pool.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MRR under stronger rerankers with a flat nDCG is the signature of a fetch fault.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626864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572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Distrust a metric you designed yourself.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97433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bespoke score said +17.2%. Standard IR metrics, pooled judgments, said the opposite.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software-update-questions.streamlit.app   ·   Shradha Devendra Pujari · Dr. Solomon Berhe · University of the Pacific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Multi-Agent RAG for Software Ecosystem Update Monitoring</dc:title>
  <dc:subject>PptxGenJS Presentation</dc:subject>
  <dc:creator>Shradha Devendra Pujari</dc:creator>
  <cp:lastModifiedBy>Shradha Devendra Pujari</cp:lastModifiedBy>
  <cp:revision>1</cp:revision>
  <dcterms:created xsi:type="dcterms:W3CDTF">2026-09-01T22:14:50Z</dcterms:created>
  <dcterms:modified xsi:type="dcterms:W3CDTF">2026-09-01T22:14:50Z</dcterms:modified>
</cp:coreProperties>
</file>